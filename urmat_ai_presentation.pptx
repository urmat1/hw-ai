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5774CE-8DBE-4948-A3CE-195458BA9A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B29C88-F77A-4E44-B99A-F49544AF0D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B2EBA0A-C83F-43D0-8637-362FF8AB18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4163E49-DDBA-4240-9730-70B044E27F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F60309-C9BC-44BB-9ACB-7137533EF0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541BB17-CAEF-4068-ABCE-A279ED83E7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3D76D43-6648-4B1C-BDB8-6CA3BA0E88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2666A56-7E4C-4C68-8075-7C04A8A796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5F647F6-05F5-463F-86EA-FD070D3442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8CBA5D7-C099-4418-9FE1-3CF9D6A4E5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B4AF392-5B93-418F-BD8C-B401F3D0CA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DEB5C8-4CAE-4472-8B0D-4DF8A3D7B8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CC635B-7F80-4FA2-ACF0-0AC0E342F3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F58BA7-E619-46B3-80DD-CA2F143C09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7E2426-BD8F-427E-9A6A-7584E8CD47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8A58A3-5033-4E9D-979C-A21C2D31BF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7164E8-1147-4F3D-8403-10D3BA0D76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8CE120-AD73-475D-85B2-24EDEA7AEA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8017D4-7B87-4415-A458-ADE71F33E87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2E1FAB-4646-45A6-A1BC-095F3866DF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EC2193-7190-4EF6-B31D-935C6B04526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318EF3-77A9-437A-AA1A-0DD31A6905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14400" y="914400"/>
            <a:ext cx="4571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2ff"/>
                </a:solidFill>
                <a:latin typeface="Arial"/>
              </a:rPr>
              <a:t>ПОРТФОЛИО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1280160"/>
            <a:ext cx="5486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Урмат. 19 лет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2103120"/>
            <a:ext cx="5486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b0b0b0"/>
                </a:solidFill>
                <a:latin typeface="Arial"/>
              </a:rPr>
              <a:t>ПГС 2 – курс, КГТУ им. Раззакова. Учусь на красный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2926080"/>
            <a:ext cx="5486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f2ff"/>
                </a:solidFill>
                <a:latin typeface="Arial"/>
              </a:rPr>
              <a:t>Детство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3383280"/>
            <a:ext cx="54860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С детства любил компьютеры и игры, ловил вирусы и решая все проблемы с ПК научился им пользоваться на хорошем уровне.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4572000"/>
            <a:ext cx="5486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f2ff"/>
                </a:solidFill>
                <a:latin typeface="Arial"/>
              </a:rPr>
              <a:t>10–11 класс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914400" y="5029200"/>
            <a:ext cx="5486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Самостоятельно изучал бэкенд, живя в маленьком городе, без учителей, научился пользоваться Linux.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7132320" y="1280160"/>
            <a:ext cx="4114440" cy="4571640"/>
          </a:xfrm>
          <a:prstGeom prst="rect">
            <a:avLst/>
          </a:prstGeom>
          <a:solidFill>
            <a:srgbClr val="191919"/>
          </a:solidFill>
          <a:ln w="12700">
            <a:solidFill>
              <a:srgbClr val="00f2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629400" y="1143000"/>
            <a:ext cx="4800600" cy="493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914400" y="548640"/>
            <a:ext cx="10362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f2ff"/>
                </a:solidFill>
                <a:latin typeface="Arial"/>
              </a:rPr>
              <a:t>01 Навыки &amp; GitHub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914400" y="1463040"/>
            <a:ext cx="4571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2ff"/>
                </a:solidFill>
                <a:latin typeface="Arial"/>
              </a:rPr>
              <a:t>СТАРТОВЫЙ УРОВЕНЬ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914400" y="2011680"/>
            <a:ext cx="2559960" cy="914040"/>
          </a:xfrm>
          <a:prstGeom prst="rect">
            <a:avLst/>
          </a:prstGeom>
          <a:solidFill>
            <a:srgbClr val="191919"/>
          </a:solidFill>
          <a:ln>
            <a:solidFill>
              <a:srgbClr val="3232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f2ff"/>
                </a:solidFill>
                <a:latin typeface="Calibri"/>
              </a:rPr>
              <a:t>Python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Пишу на базовом уровне, читаю код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3657600" y="2011680"/>
            <a:ext cx="2559960" cy="914040"/>
          </a:xfrm>
          <a:prstGeom prst="rect">
            <a:avLst/>
          </a:prstGeom>
          <a:solidFill>
            <a:srgbClr val="191919"/>
          </a:solidFill>
          <a:ln>
            <a:solidFill>
              <a:srgbClr val="3232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f2ff"/>
                </a:solidFill>
                <a:latin typeface="Calibri"/>
              </a:rPr>
              <a:t>SQL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Базовые запросы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914400" y="3108960"/>
            <a:ext cx="2559960" cy="914040"/>
          </a:xfrm>
          <a:prstGeom prst="rect">
            <a:avLst/>
          </a:prstGeom>
          <a:solidFill>
            <a:srgbClr val="191919"/>
          </a:solidFill>
          <a:ln>
            <a:solidFill>
              <a:srgbClr val="3232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f2ff"/>
                </a:solidFill>
                <a:latin typeface="Calibri"/>
              </a:rPr>
              <a:t>Excel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Начальный уровень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3657600" y="3108960"/>
            <a:ext cx="2559960" cy="914040"/>
          </a:xfrm>
          <a:prstGeom prst="rect">
            <a:avLst/>
          </a:prstGeom>
          <a:solidFill>
            <a:srgbClr val="191919"/>
          </a:solidFill>
          <a:ln>
            <a:solidFill>
              <a:srgbClr val="3232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f2ff"/>
                </a:solidFill>
                <a:latin typeface="Calibri"/>
              </a:rPr>
              <a:t>Math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Выше среднего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914400" y="4389120"/>
            <a:ext cx="53031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Строительство: Проектирование конструктивной части(параллельная работа).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7315200" y="1645920"/>
            <a:ext cx="3657240" cy="4114440"/>
          </a:xfrm>
          <a:prstGeom prst="rect">
            <a:avLst/>
          </a:prstGeom>
          <a:solidFill>
            <a:srgbClr val="191919"/>
          </a:solidFill>
          <a:ln>
            <a:solidFill>
              <a:srgbClr val="3232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7772400" y="2011680"/>
            <a:ext cx="2742840" cy="2742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7315200" y="5029200"/>
            <a:ext cx="36572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2ff"/>
                </a:solidFill>
                <a:latin typeface="Arial"/>
              </a:rPr>
              <a:t>СКАНИРУЙ GITHUB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7543800" y="1828800"/>
            <a:ext cx="3200400" cy="320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14400" y="548640"/>
            <a:ext cx="10362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f2ff"/>
                </a:solidFill>
                <a:latin typeface="Arial"/>
              </a:rPr>
              <a:t>02 Junior ML Engineer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914400" y="146304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0b0b0"/>
                </a:solidFill>
                <a:latin typeface="Arial"/>
              </a:rPr>
              <a:t>Целевая роль — ключевые требования: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914400" y="2011680"/>
            <a:ext cx="5943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▪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Знание Python (FastAPI, pandas, NumPy, scikit-learn, PyTorch)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914400" y="274320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▪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Архитектура трансформеров, LLM и RAG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914400" y="347472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▪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Векторные БД (Qdrant, ChromaDB) и LangChain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914400" y="420624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▪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Навыки работы с Linux, Git и Docker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914400" y="4937760"/>
            <a:ext cx="594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▪ </a:t>
            </a: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Английский B2+ (чтение документации и статей)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8"/>
          <p:cNvSpPr/>
          <p:nvPr/>
        </p:nvSpPr>
        <p:spPr>
          <a:xfrm>
            <a:off x="7498080" y="1463040"/>
            <a:ext cx="3657240" cy="4388760"/>
          </a:xfrm>
          <a:prstGeom prst="rect">
            <a:avLst/>
          </a:prstGeom>
          <a:solidFill>
            <a:srgbClr val="191919"/>
          </a:solidFill>
          <a:ln>
            <a:solidFill>
              <a:srgbClr val="00f2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7086600" y="1415520"/>
            <a:ext cx="4528080" cy="452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914400" y="548640"/>
            <a:ext cx="10362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f2ff"/>
                </a:solidFill>
                <a:latin typeface="Arial"/>
              </a:rPr>
              <a:t>03 Что подтянуть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914400" y="137160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0b0b0"/>
                </a:solidFill>
                <a:latin typeface="Arial"/>
              </a:rPr>
              <a:t>План прокачки навыков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8" name="Table 3"/>
          <p:cNvGraphicFramePr/>
          <p:nvPr/>
        </p:nvGraphicFramePr>
        <p:xfrm>
          <a:off x="914400" y="1920240"/>
          <a:ext cx="1036260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5790600"/>
              </a:tblGrid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00f2ff"/>
                          </a:solidFill>
                          <a:latin typeface="Calibri"/>
                        </a:rPr>
                        <a:t>Инструмент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00f2ff"/>
                          </a:solidFill>
                          <a:latin typeface="Calibri"/>
                        </a:rPr>
                        <a:t>Цель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00f2ff"/>
                          </a:solidFill>
                          <a:latin typeface="Calibri"/>
                        </a:rPr>
                        <a:t>Метод прокачки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1919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Средний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Codewars, Leetcode — тренажёры задач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Pandas / NumPy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Теория + Практика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Пет-проекты: анализ цен и сотрудников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Matplotlib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Визуализация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Графики производительности — пет-проекты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PyTorch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Собственный ИИ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Мини-модели для простых задач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  <a:tr h="6400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Kaggle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Практика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DS платформы после освоения стека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914400" y="548640"/>
            <a:ext cx="10362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0f2ff"/>
                </a:solidFill>
                <a:latin typeface="Arial"/>
              </a:rPr>
              <a:t>04 Цели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914400" y="137160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0b0b0"/>
                </a:solidFill>
                <a:latin typeface="Arial"/>
              </a:rPr>
              <a:t>Что хочу получить от курса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 3"/>
          <p:cNvSpPr/>
          <p:nvPr/>
        </p:nvSpPr>
        <p:spPr>
          <a:xfrm>
            <a:off x="914400" y="2011680"/>
            <a:ext cx="3200040" cy="3200040"/>
          </a:xfrm>
          <a:prstGeom prst="rect">
            <a:avLst/>
          </a:prstGeom>
          <a:solidFill>
            <a:srgbClr val="191919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f2ff"/>
                </a:solidFill>
                <a:latin typeface="Calibri"/>
              </a:rPr>
              <a:t>ML Engineer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Стать Junior ML инженером — войти в профессию и строить карьеру в области ИИ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 4"/>
          <p:cNvSpPr/>
          <p:nvPr/>
        </p:nvSpPr>
        <p:spPr>
          <a:xfrm>
            <a:off x="4480560" y="2011680"/>
            <a:ext cx="3200040" cy="3200040"/>
          </a:xfrm>
          <a:prstGeom prst="rect">
            <a:avLst/>
          </a:prstGeom>
          <a:solidFill>
            <a:srgbClr val="191919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f2ff"/>
                </a:solidFill>
                <a:latin typeface="Calibri"/>
              </a:rPr>
              <a:t>Automation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Автоматизировать проектирование конструктивной части зданий с помощью ML / Python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8046720" y="2011680"/>
            <a:ext cx="3200040" cy="3200040"/>
          </a:xfrm>
          <a:prstGeom prst="rect">
            <a:avLst/>
          </a:prstGeom>
          <a:solidFill>
            <a:srgbClr val="191919"/>
          </a:solidFill>
          <a:ln>
            <a:solidFill>
              <a:srgbClr val="2828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f2ff"/>
                </a:solidFill>
                <a:latin typeface="Calibri"/>
              </a:rPr>
              <a:t>English B2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Чтение документации, статей и книг в оригинале без языкового барьера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914400" y="5760720"/>
            <a:ext cx="10362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f2ff"/>
                </a:solidFill>
                <a:latin typeface="Arial"/>
              </a:rPr>
              <a:t>05 END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2026-05-21T18:25:00Z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